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81"/>
  </p:normalViewPr>
  <p:slideViewPr>
    <p:cSldViewPr snapToGrid="0">
      <p:cViewPr varScale="1">
        <p:scale>
          <a:sx n="147" d="100"/>
          <a:sy n="147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2F8C-6FD5-037B-2ED5-D9FC0A8F7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A4A95-B768-2560-B84F-387AA3831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D66DF-7E42-5697-3FEA-D27ABE10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3938-3094-764A-B35A-AE21379B380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98A1A-6DC4-B9DF-9FE2-773D5098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B69BA-AD5D-EA9C-79E0-A54D9F3C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6C2E-40B4-7841-9A30-0E37D2E6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70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B176-7347-5B99-21C0-B789A7719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BE0F3-792D-C15D-3638-E90D0C5BD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F1D49-63C6-FC65-A4EA-3557656A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3938-3094-764A-B35A-AE21379B380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81949-C45D-080E-1E6C-AE23722E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5C702-9FBF-24FB-519D-2400A9950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6C2E-40B4-7841-9A30-0E37D2E6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1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818D5-B611-C19C-7D44-730CF10D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C6A2C-2F98-FC7F-5704-F50EC8576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5FF81-02C9-2D2C-82AF-642F80A95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3938-3094-764A-B35A-AE21379B380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36203-7740-8FA4-E405-52C0F3B8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17784-3431-7A15-9682-72069A67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6C2E-40B4-7841-9A30-0E37D2E6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1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121F5-568F-C6A1-BC76-54543E25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6A1E5-C4B1-BDE3-AC3D-49CF84364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B8EFE-EB9F-189F-376D-917E2C7D5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E5CBC-7B4D-4432-E9D7-814981D9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3938-3094-764A-B35A-AE21379B380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05910-933F-B9DA-3E70-15CCE1B9B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51F83-699C-D405-CF0A-C1ED6843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6C2E-40B4-7841-9A30-0E37D2E6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4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A7ACC-CC4D-3641-0517-FD2029CED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79EEE-0D47-4988-2CD5-47DB96398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2F7BE-9411-8C78-4FDC-74B3DBE3F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5324E-140D-5BA5-966B-CD2F0441A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CFA1-8C9D-9AD9-0B53-09EC65BC7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1E509F-BE50-2CC1-F5B0-A6E80548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3938-3094-764A-B35A-AE21379B380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0E0B87-CC5D-0B08-DA6B-4178C519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2969C1-D497-58AE-EC0C-070C3777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6C2E-40B4-7841-9A30-0E37D2E6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0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B6559-B71C-2CE0-3746-C094FDC89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5FD65E-CEBF-D2B7-397D-78B901A4D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3938-3094-764A-B35A-AE21379B380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74A69-723F-52AA-A835-11987B16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2127A9-1654-663B-5756-CFB541B0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6C2E-40B4-7841-9A30-0E37D2E6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34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77150-5EA6-6C25-56AF-1382B763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3938-3094-764A-B35A-AE21379B380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A2839C-0F31-51DA-D590-8AA0F646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64005-6F1D-20E9-47D1-665F1809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6C2E-40B4-7841-9A30-0E37D2E6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1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AC10-C995-7B23-607C-477F454A7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B7A70-A97B-F622-82C8-F70A3B7F0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6C5AE-BB60-6962-00DA-ECBAC8A58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5D83D-2C8C-C915-FBA2-2A2A9D1DF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3938-3094-764A-B35A-AE21379B380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DE041-98F6-BFD1-10EB-577B9EFB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5E950-6A93-6C2F-E518-1661B376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6C2E-40B4-7841-9A30-0E37D2E6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0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EF73-704D-0A26-760D-5E6A3098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B13FB-0109-E9FF-C63E-DD90FE7DAC2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B9BC2-0687-2208-E222-8957855E1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1F193-98D3-4E6A-A82A-BB8353D8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3938-3094-764A-B35A-AE21379B380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75436-3267-0EAB-EF3D-CD7F3E545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0E076-1052-2727-58D2-C8B38F2B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6C2E-40B4-7841-9A30-0E37D2E6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69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9369-3C0D-7655-F36E-C37C7664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29FFA-C3F8-2EFF-96D5-65B676F47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D5F7C-3AB0-8C86-05EF-F09AFFAE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3938-3094-764A-B35A-AE21379B380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65D0E-1C0F-FF16-2BFB-30BBB08F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A44DD-13DF-7531-2F7A-07C30E78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6C2E-40B4-7841-9A30-0E37D2E6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8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E2B39F-18A1-8314-0D26-75AE182CE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8FC55-D049-DE83-F7EA-D8ACD69A9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56F5E-B357-59AC-A85F-4E9A19174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03938-3094-764A-B35A-AE21379B380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20B6F-BE4E-5613-320A-E32C0E6AB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3092E-0172-8940-9F3A-99371EA0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66C2E-40B4-7841-9A30-0E37D2E6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26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F4F66-FA51-33AD-C90A-A6B19C1EA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BEFF5-329C-859C-A923-BDB49B4D0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60B27-9C5F-8DC2-6B0E-EE6057FC4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03938-3094-764A-B35A-AE21379B380F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5D213-062B-622A-8A46-46F9E6C55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FB1C7-F289-940C-2D7A-C9E87D46A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66C2E-40B4-7841-9A30-0E37D2E63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8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07B1E7E-FDB5-6CB7-6361-BF3A7B89ED4B}"/>
              </a:ext>
            </a:extLst>
          </p:cNvPr>
          <p:cNvSpPr/>
          <p:nvPr/>
        </p:nvSpPr>
        <p:spPr>
          <a:xfrm>
            <a:off x="648586" y="712380"/>
            <a:ext cx="1754372" cy="17012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Web Application: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Markdown editor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Node GUI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63407A7-D84A-A117-EB66-7CB4E38F219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02958" y="1562986"/>
            <a:ext cx="12865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B2CA45D-78EF-C108-AD83-363DC24B395A}"/>
              </a:ext>
            </a:extLst>
          </p:cNvPr>
          <p:cNvSpPr/>
          <p:nvPr/>
        </p:nvSpPr>
        <p:spPr>
          <a:xfrm>
            <a:off x="3689498" y="382772"/>
            <a:ext cx="5050465" cy="6326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824E5-3E63-07BC-6ED7-FBA2D9E2CD67}"/>
              </a:ext>
            </a:extLst>
          </p:cNvPr>
          <p:cNvSpPr txBox="1"/>
          <p:nvPr/>
        </p:nvSpPr>
        <p:spPr>
          <a:xfrm>
            <a:off x="5316279" y="712380"/>
            <a:ext cx="1722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Django Server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6AB24AF-F22A-0432-854D-E18D96D5AEB9}"/>
              </a:ext>
            </a:extLst>
          </p:cNvPr>
          <p:cNvSpPr/>
          <p:nvPr/>
        </p:nvSpPr>
        <p:spPr>
          <a:xfrm>
            <a:off x="4354033" y="1329070"/>
            <a:ext cx="3721395" cy="701750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Authentication &amp; Permissions:</a:t>
            </a:r>
          </a:p>
          <a:p>
            <a:r>
              <a:rPr lang="en-US" dirty="0"/>
              <a:t>Users, teams, roles, sessions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3B103AE-5963-E500-576D-0B3DE4D1ED36}"/>
              </a:ext>
            </a:extLst>
          </p:cNvPr>
          <p:cNvSpPr/>
          <p:nvPr/>
        </p:nvSpPr>
        <p:spPr>
          <a:xfrm>
            <a:off x="4354033" y="2360427"/>
            <a:ext cx="3721395" cy="701750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Services:</a:t>
            </a:r>
          </a:p>
          <a:p>
            <a:r>
              <a:rPr lang="en-US" dirty="0"/>
              <a:t>Open, save, delete, export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02040A6-E4A9-78C4-E1AA-C3992909375B}"/>
              </a:ext>
            </a:extLst>
          </p:cNvPr>
          <p:cNvSpPr/>
          <p:nvPr/>
        </p:nvSpPr>
        <p:spPr>
          <a:xfrm>
            <a:off x="4354033" y="3391785"/>
            <a:ext cx="3721395" cy="701750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Parser/Converter:</a:t>
            </a:r>
          </a:p>
          <a:p>
            <a:r>
              <a:rPr lang="en-US" dirty="0"/>
              <a:t>Markdown ⇄ Node GUI  → JSON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7FD74-846D-396B-50E6-0E41CFCAF743}"/>
              </a:ext>
            </a:extLst>
          </p:cNvPr>
          <p:cNvSpPr txBox="1"/>
          <p:nvPr/>
        </p:nvSpPr>
        <p:spPr>
          <a:xfrm>
            <a:off x="2578395" y="1193653"/>
            <a:ext cx="978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F2AC5F-59FA-1DF6-8711-8822C461605C}"/>
              </a:ext>
            </a:extLst>
          </p:cNvPr>
          <p:cNvCxnSpPr>
            <a:stCxn id="11" idx="2"/>
          </p:cNvCxnSpPr>
          <p:nvPr/>
        </p:nvCxnSpPr>
        <p:spPr>
          <a:xfrm flipH="1">
            <a:off x="6214730" y="2030820"/>
            <a:ext cx="1" cy="3296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2FFA18-AD70-D468-732C-9973808C8F50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6214731" y="3062177"/>
            <a:ext cx="0" cy="329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95EB3A0-CE71-C483-AA1D-5617EBFC178F}"/>
              </a:ext>
            </a:extLst>
          </p:cNvPr>
          <p:cNvSpPr/>
          <p:nvPr/>
        </p:nvSpPr>
        <p:spPr>
          <a:xfrm>
            <a:off x="4316819" y="4423143"/>
            <a:ext cx="1897912" cy="701750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GitHub Services:</a:t>
            </a:r>
          </a:p>
          <a:p>
            <a:r>
              <a:rPr lang="en-US" sz="1400" dirty="0"/>
              <a:t>Markdown Commits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E788EEF-7C88-A4E2-C2AC-9E2C871F9927}"/>
              </a:ext>
            </a:extLst>
          </p:cNvPr>
          <p:cNvSpPr/>
          <p:nvPr/>
        </p:nvSpPr>
        <p:spPr>
          <a:xfrm>
            <a:off x="6214730" y="4423143"/>
            <a:ext cx="1897912" cy="701750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Database Services</a:t>
            </a:r>
          </a:p>
          <a:p>
            <a:r>
              <a:rPr lang="en-US" sz="1400" dirty="0"/>
              <a:t>App data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038C7E9-C16F-6065-1C63-5A12E66AF271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265775" y="4093535"/>
            <a:ext cx="0" cy="329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F5478BB-AE89-3C8F-8073-49E3FE514A4B}"/>
              </a:ext>
            </a:extLst>
          </p:cNvPr>
          <p:cNvCxnSpPr>
            <a:endCxn id="21" idx="0"/>
          </p:cNvCxnSpPr>
          <p:nvPr/>
        </p:nvCxnSpPr>
        <p:spPr>
          <a:xfrm>
            <a:off x="7163686" y="4093535"/>
            <a:ext cx="0" cy="329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7CA09FD-5D3C-8B10-0ED6-C0259603BC1D}"/>
              </a:ext>
            </a:extLst>
          </p:cNvPr>
          <p:cNvSpPr/>
          <p:nvPr/>
        </p:nvSpPr>
        <p:spPr>
          <a:xfrm>
            <a:off x="9789042" y="712380"/>
            <a:ext cx="1754372" cy="17012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GitHub: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Markdown commit history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Single private repo</a:t>
            </a:r>
            <a:endParaRPr lang="en-US" sz="1400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D3288FA-92A0-5BD7-7243-E44D9D7D1932}"/>
              </a:ext>
            </a:extLst>
          </p:cNvPr>
          <p:cNvSpPr/>
          <p:nvPr/>
        </p:nvSpPr>
        <p:spPr>
          <a:xfrm>
            <a:off x="9789042" y="3226981"/>
            <a:ext cx="1754372" cy="17012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Neon Postgres: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User/team/roles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Project meta data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32DF10F-9789-C74E-D6D8-C0F2355010A6}"/>
              </a:ext>
            </a:extLst>
          </p:cNvPr>
          <p:cNvCxnSpPr>
            <a:stCxn id="28" idx="1"/>
          </p:cNvCxnSpPr>
          <p:nvPr/>
        </p:nvCxnSpPr>
        <p:spPr>
          <a:xfrm flipH="1" flipV="1">
            <a:off x="8739963" y="1562985"/>
            <a:ext cx="1049079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8FC0ECE-C9FC-75F9-5B1C-962A45008672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8739963" y="4077586"/>
            <a:ext cx="1049079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61B0E5B-9F44-6A42-869B-96CDA8A266CD}"/>
              </a:ext>
            </a:extLst>
          </p:cNvPr>
          <p:cNvSpPr txBox="1"/>
          <p:nvPr/>
        </p:nvSpPr>
        <p:spPr>
          <a:xfrm>
            <a:off x="8810846" y="1193653"/>
            <a:ext cx="978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42F194-F210-5DF8-C81D-1ED9C7D2F4EE}"/>
              </a:ext>
            </a:extLst>
          </p:cNvPr>
          <p:cNvSpPr txBox="1"/>
          <p:nvPr/>
        </p:nvSpPr>
        <p:spPr>
          <a:xfrm>
            <a:off x="8666643" y="3785198"/>
            <a:ext cx="1266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PostgreSQL</a:t>
            </a:r>
          </a:p>
          <a:p>
            <a:pPr algn="ctr"/>
            <a:r>
              <a:rPr lang="en-US" sz="1600" dirty="0"/>
              <a:t> TLS</a:t>
            </a:r>
          </a:p>
        </p:txBody>
      </p:sp>
    </p:spTree>
    <p:extLst>
      <p:ext uri="{BB962C8B-B14F-4D97-AF65-F5344CB8AC3E}">
        <p14:creationId xmlns:p14="http://schemas.microsoft.com/office/powerpoint/2010/main" val="391134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FE31DD-0240-A5C2-54F9-795692480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427" y="2419334"/>
            <a:ext cx="4533900" cy="2679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3D51485-CE2A-66FE-DA3C-29A666E34E2C}"/>
              </a:ext>
            </a:extLst>
          </p:cNvPr>
          <p:cNvSpPr/>
          <p:nvPr/>
        </p:nvSpPr>
        <p:spPr>
          <a:xfrm>
            <a:off x="936434" y="1145754"/>
            <a:ext cx="4021156" cy="26109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30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" y="230201"/>
            <a:ext cx="3262432" cy="5027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67">
                <a:solidFill>
                  <a:srgbClr val="F5F5F5"/>
                </a:solidFill>
                <a:latin typeface="Courier New"/>
              </a:rPr>
              <a:t>Markdown Editor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64496" y="900761"/>
            <a:ext cx="1826141" cy="5027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667" dirty="0">
                <a:solidFill>
                  <a:srgbClr val="F5F5F5"/>
                </a:solidFill>
                <a:latin typeface="Courier New"/>
              </a:rPr>
              <a:t>Node GUI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25441" y="3320873"/>
            <a:ext cx="2852063" cy="5027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67" dirty="0">
                <a:solidFill>
                  <a:srgbClr val="F5F5F5"/>
                </a:solidFill>
                <a:latin typeface="Courier New"/>
              </a:rPr>
              <a:t>Django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8577" y="4442537"/>
            <a:ext cx="3467616" cy="50276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67" dirty="0">
                <a:solidFill>
                  <a:srgbClr val="F5F5F5"/>
                </a:solidFill>
                <a:latin typeface="Courier New"/>
              </a:rPr>
              <a:t>Parser/Converter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9493" y="5358936"/>
            <a:ext cx="2028119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dirty="0">
                <a:solidFill>
                  <a:srgbClr val="F5F5F5"/>
                </a:solidFill>
                <a:latin typeface="Courier New"/>
              </a:rPr>
              <a:t>graph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37830" y="2634289"/>
            <a:ext cx="1106393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dirty="0">
                <a:solidFill>
                  <a:srgbClr val="F5F5F5"/>
                </a:solidFill>
                <a:latin typeface="Courier New"/>
              </a:rPr>
              <a:t>HTTPS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950976"/>
            <a:ext cx="0" cy="731520"/>
          </a:xfrm>
          <a:prstGeom prst="line">
            <a:avLst/>
          </a:prstGeom>
          <a:ln w="20320">
            <a:solidFill>
              <a:srgbClr val="F5F5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1975104"/>
            <a:ext cx="0" cy="609600"/>
          </a:xfrm>
          <a:prstGeom prst="line">
            <a:avLst/>
          </a:prstGeom>
          <a:ln w="20320">
            <a:solidFill>
              <a:srgbClr val="F5F5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2584704"/>
            <a:ext cx="0" cy="280416"/>
          </a:xfrm>
          <a:prstGeom prst="line">
            <a:avLst/>
          </a:prstGeom>
          <a:ln w="2032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0" y="2865120"/>
            <a:ext cx="1767840" cy="0"/>
          </a:xfrm>
          <a:prstGeom prst="line">
            <a:avLst/>
          </a:prstGeom>
          <a:ln w="2032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</p:cNvCxnSpPr>
          <p:nvPr/>
        </p:nvCxnSpPr>
        <p:spPr>
          <a:xfrm>
            <a:off x="5184251" y="2865120"/>
            <a:ext cx="2069989" cy="0"/>
          </a:xfrm>
          <a:prstGeom prst="line">
            <a:avLst/>
          </a:prstGeom>
          <a:ln w="2032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54240" y="2865120"/>
            <a:ext cx="0" cy="524256"/>
          </a:xfrm>
          <a:prstGeom prst="line">
            <a:avLst/>
          </a:prstGeom>
          <a:ln w="2032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54240" y="3840480"/>
            <a:ext cx="0" cy="524256"/>
          </a:xfrm>
          <a:prstGeom prst="line">
            <a:avLst/>
          </a:prstGeom>
          <a:ln w="2032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54240" y="4949952"/>
            <a:ext cx="0" cy="633985"/>
          </a:xfrm>
          <a:prstGeom prst="line">
            <a:avLst/>
          </a:prstGeom>
          <a:ln w="2032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</p:cNvCxnSpPr>
          <p:nvPr/>
        </p:nvCxnSpPr>
        <p:spPr>
          <a:xfrm>
            <a:off x="7254241" y="5583936"/>
            <a:ext cx="803081" cy="0"/>
          </a:xfrm>
          <a:prstGeom prst="line">
            <a:avLst/>
          </a:prstGeom>
          <a:ln w="2032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058400" y="4998720"/>
            <a:ext cx="0" cy="585217"/>
          </a:xfrm>
          <a:prstGeom prst="line">
            <a:avLst/>
          </a:prstGeom>
          <a:ln w="2032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058400" y="1402080"/>
            <a:ext cx="0" cy="3291840"/>
          </a:xfrm>
          <a:prstGeom prst="line">
            <a:avLst/>
          </a:prstGeom>
          <a:ln w="20320">
            <a:solidFill>
              <a:srgbClr val="F5F5F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9703</TotalTime>
  <Words>85</Words>
  <Application>Microsoft Macintosh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Stadelman</dc:creator>
  <cp:lastModifiedBy>Jay Stadelman</cp:lastModifiedBy>
  <cp:revision>1</cp:revision>
  <dcterms:created xsi:type="dcterms:W3CDTF">2026-10-14T04:10:32Z</dcterms:created>
  <dcterms:modified xsi:type="dcterms:W3CDTF">2026-10-20T21:54:29Z</dcterms:modified>
</cp:coreProperties>
</file>